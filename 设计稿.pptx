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3" r:id="rId5"/>
    <p:sldId id="262" r:id="rId6"/>
    <p:sldId id="260" r:id="rId7"/>
    <p:sldId id="258" r:id="rId8"/>
    <p:sldId id="25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42F38-7031-C3B4-8AC4-FBF843856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B5D2FF4-4A6F-1CE9-8555-2DBF2DCCC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3DEF3B-DE24-AD54-3D64-CAE1FA4C3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C3B34-81BC-4904-A762-A4B7FFA55F8F}" type="datetimeFigureOut">
              <a:rPr lang="zh-CN" altLang="en-US" smtClean="0"/>
              <a:t>2023/10/21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F00E6A-8795-1528-0468-E2EF3CAE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088F16-7559-28DD-7BDD-B3879B8D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1EFD-135D-4D78-A6AD-BBDE70ADC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67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47BCA-D988-1A0D-8399-8CDA27873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8FAB3E-8004-A612-35A4-D858BD3E1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AF162E-1DEF-9FAA-6C04-CD2ED5D1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C3B34-81BC-4904-A762-A4B7FFA55F8F}" type="datetimeFigureOut">
              <a:rPr lang="zh-CN" altLang="en-US" smtClean="0"/>
              <a:t>2023/10/21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B80347-44E3-0CE5-81B7-279020092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5951EA-37F5-C477-4D4A-26A8E2AD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1EFD-135D-4D78-A6AD-BBDE70ADC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683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F1907-E18F-D086-96CE-E3E9129FD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AC39B0-B960-45ED-0C68-379CEF951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89AD68-D040-5605-99D7-908240EBA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C3B34-81BC-4904-A762-A4B7FFA55F8F}" type="datetimeFigureOut">
              <a:rPr lang="zh-CN" altLang="en-US" smtClean="0"/>
              <a:t>2023/10/21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0E3309-B3EC-B157-A7A1-A9959A32F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8DCF4D-4A41-3916-F7D5-224CD1C9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1EFD-135D-4D78-A6AD-BBDE70ADC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660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C4977-6E25-18EA-BB9F-90DCFDCAA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6D9416-C783-6BC0-7679-779BC396F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EC8401-8921-0F5B-DA28-9DF016CE7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64D678-3EE5-CA70-9A2E-878860E47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C3B34-81BC-4904-A762-A4B7FFA55F8F}" type="datetimeFigureOut">
              <a:rPr lang="zh-CN" altLang="en-US" smtClean="0"/>
              <a:t>2023/10/21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EB0DF6-6BA1-ED4D-33D6-54752A2D2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05CEA8-C412-D859-396F-B5EFDE46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1EFD-135D-4D78-A6AD-BBDE70ADC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13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B8532-2153-48E7-DFA5-5DD1DCEE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9EDD58-4F59-86F0-9D7A-9714E9BA5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E3A832-30AD-AFAF-2092-93C04D1D8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B3E549-85A0-8311-9B70-BEB14A4139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2A046C-E12C-8F84-2922-34540A9CDB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4C04D7-9734-4F35-C0E0-C2FFF662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C3B34-81BC-4904-A762-A4B7FFA55F8F}" type="datetimeFigureOut">
              <a:rPr lang="zh-CN" altLang="en-US" smtClean="0"/>
              <a:t>2023/10/21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8780A6D-2921-0030-7F63-E426AD7B7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BAD275-ABCF-5A94-B30D-B5008EA1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1EFD-135D-4D78-A6AD-BBDE70ADC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295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6574C0-5FE9-F21E-682A-6EC52A5EE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851E27-9358-EEDD-D8A5-3B16C031E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C3B34-81BC-4904-A762-A4B7FFA55F8F}" type="datetimeFigureOut">
              <a:rPr lang="zh-CN" altLang="en-US" smtClean="0"/>
              <a:t>2023/10/21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223F2E-D5FB-15BE-8451-32DBE4A64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87CC65-F8EB-1483-DFC3-23C55D18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1EFD-135D-4D78-A6AD-BBDE70ADC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89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895ED6-0B42-9F0B-45A1-DBB6F4CF7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C3B34-81BC-4904-A762-A4B7FFA55F8F}" type="datetimeFigureOut">
              <a:rPr lang="zh-CN" altLang="en-US" smtClean="0"/>
              <a:t>2023/10/21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402748-8D23-3C7C-9D04-765C5F21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B306FC-4940-FA72-C035-31C19E1C0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1EFD-135D-4D78-A6AD-BBDE70ADC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392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CE4C0B-BD91-3299-CBC6-87B6C0D5D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F4FE08-BA40-AE85-18A9-021E35277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738F31-C4D1-48C4-F901-CF3E1394E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A17807-31E1-9193-1B79-8779E4EDF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C3B34-81BC-4904-A762-A4B7FFA55F8F}" type="datetimeFigureOut">
              <a:rPr lang="zh-CN" altLang="en-US" smtClean="0"/>
              <a:t>2023/10/21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FD5C4D-F445-49D7-439E-80B600FEF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8B0637-87D9-99D3-BBFA-14E14B81C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1EFD-135D-4D78-A6AD-BBDE70ADC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580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237DAD-A141-EE34-4EB6-AB4719259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C275DE-D3CE-BFFE-B967-C69695F414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72A7D-DE19-A915-5CF0-30E6FEB50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793B47-D363-09B1-6F93-7C5D96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C3B34-81BC-4904-A762-A4B7FFA55F8F}" type="datetimeFigureOut">
              <a:rPr lang="zh-CN" altLang="en-US" smtClean="0"/>
              <a:t>2023/10/21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FC0DD2-B69C-49ED-E982-D38FFAC44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56C232-1383-9C09-E29C-B14C0F4D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1EFD-135D-4D78-A6AD-BBDE70ADC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488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5AE766-A432-E0FF-1F2C-AB5041EF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21642D-A010-9233-8C6E-24EDC049B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6CB792-C2AA-A923-9096-B39D2F34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C3B34-81BC-4904-A762-A4B7FFA55F8F}" type="datetimeFigureOut">
              <a:rPr lang="zh-CN" altLang="en-US" smtClean="0"/>
              <a:t>2023/10/21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54666A-F561-C8F3-403C-E14321C1F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25D02E-6D9C-0345-278E-466E0D1CC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1EFD-135D-4D78-A6AD-BBDE70ADC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25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1A1649C-2E60-851D-5896-3229A504E6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808B96-7B44-DC2D-42BB-0B47AD281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66DA76-2552-2F80-27D3-F6142B9AB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C3B34-81BC-4904-A762-A4B7FFA55F8F}" type="datetimeFigureOut">
              <a:rPr lang="zh-CN" altLang="en-US" smtClean="0"/>
              <a:t>2023/10/21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955E86-7CCC-1B80-28CA-A9FA9A13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E37116-E880-DAA5-94C4-7366C4A5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1EFD-135D-4D78-A6AD-BBDE70ADC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78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6E82E2-4FAD-1C23-DEDE-918E7005D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DF117E-4B30-D598-1930-FE7751EC1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8263D3-4FAF-B96D-4359-FBFE57C295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C3B34-81BC-4904-A762-A4B7FFA55F8F}" type="datetimeFigureOut">
              <a:rPr lang="zh-CN" altLang="en-US" smtClean="0"/>
              <a:t>2023/10/21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E68A52-D515-0F74-DC12-53EC796A3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B6E64-660F-D251-0897-4A5F27A27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81EFD-135D-4D78-A6AD-BBDE70ADC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16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5B5DE-89D7-28D9-9D56-65DFE65811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dist"/>
            <a:r>
              <a:rPr lang="en-US" altLang="zh-CN" sz="8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  <a:ea typeface="黑体" panose="02010609060101010101" pitchFamily="49" charset="-122"/>
                <a:cs typeface="Cascadia Mono" panose="020B0609020000020004" pitchFamily="49" charset="0"/>
              </a:rPr>
              <a:t>CubeCraft</a:t>
            </a:r>
            <a:endParaRPr lang="zh-CN" altLang="en-US" sz="8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  <a:ea typeface="黑体" panose="02010609060101010101" pitchFamily="49" charset="-122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227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3338BBC-7F2C-E9DC-2CB1-9976EDF504FD}"/>
              </a:ext>
            </a:extLst>
          </p:cNvPr>
          <p:cNvSpPr txBox="1"/>
          <p:nvPr/>
        </p:nvSpPr>
        <p:spPr>
          <a:xfrm>
            <a:off x="1126836" y="923636"/>
            <a:ext cx="892232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CubeCraft</a:t>
            </a:r>
            <a:endParaRPr lang="en-US" altLang="zh-C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	·</a:t>
            </a:r>
            <a:r>
              <a:rPr lang="zh-CN" alt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处理逻辑</a:t>
            </a:r>
            <a:endParaRPr lang="en-US" altLang="zh-CN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	·</a:t>
            </a:r>
            <a:r>
              <a:rPr lang="zh-CN" alt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渲染器</a:t>
            </a:r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Renderer</a:t>
            </a:r>
            <a:r>
              <a:rPr lang="zh-CN" alt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（暂时使用</a:t>
            </a:r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OpenGL</a:t>
            </a:r>
            <a:r>
              <a:rPr lang="zh-CN" alt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）</a:t>
            </a:r>
            <a:endParaRPr lang="en-US" altLang="zh-CN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520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60E30B-BA20-2A30-C44C-92BCBB466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061833-7747-0331-DE0D-06939F759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Env/ 		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scadia Mono" panose="020B0609020000020004" pitchFamily="49" charset="0"/>
              </a:rPr>
              <a:t>开发环境</a:t>
            </a:r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(GLFW GLAD)</a:t>
            </a:r>
          </a:p>
          <a:p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  <a:hlinkClick r:id="rId2" action="ppaction://hlinksldjump"/>
              </a:rPr>
              <a:t>Renderer/		</a:t>
            </a:r>
            <a:r>
              <a:rPr lang="zh-CN" altLang="en-US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  <a:hlinkClick r:id="rId2" action="ppaction://hlinksldjump"/>
              </a:rPr>
              <a:t>渲染器相关</a:t>
            </a:r>
            <a:endParaRPr lang="en-US" altLang="zh-CN" dirty="0">
              <a:latin typeface="Cascadia Mono" panose="020B0609020000020004" pitchFamily="49" charset="0"/>
              <a:ea typeface="微软雅黑" panose="020B0503020204020204" pitchFamily="34" charset="-122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altLang="zh-CN" dirty="0">
              <a:latin typeface="Cascadia Mono" panose="020B0609020000020004" pitchFamily="49" charset="0"/>
              <a:ea typeface="微软雅黑" panose="020B0503020204020204" pitchFamily="34" charset="-122"/>
              <a:cs typeface="Cascadia Mono" panose="020B0609020000020004" pitchFamily="49" charset="0"/>
            </a:endParaRPr>
          </a:p>
          <a:p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main.cpp		</a:t>
            </a:r>
            <a:r>
              <a:rPr lang="zh-CN" altLang="en-US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主函数文件</a:t>
            </a:r>
            <a:endParaRPr lang="en-US" altLang="zh-CN" dirty="0">
              <a:latin typeface="Cascadia Mono" panose="020B0609020000020004" pitchFamily="49" charset="0"/>
              <a:ea typeface="微软雅黑" panose="020B0503020204020204" pitchFamily="34" charset="-122"/>
              <a:cs typeface="Cascadia Mono" panose="020B0609020000020004" pitchFamily="49" charset="0"/>
            </a:endParaRPr>
          </a:p>
          <a:p>
            <a:r>
              <a:rPr lang="en-US" altLang="zh-CN" dirty="0" err="1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CubeCraft.h</a:t>
            </a:r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		</a:t>
            </a:r>
            <a:r>
              <a:rPr lang="zh-CN" altLang="en-US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项目接口集成</a:t>
            </a:r>
            <a:endParaRPr lang="en-US" altLang="zh-CN" dirty="0">
              <a:latin typeface="Cascadia Mono" panose="020B0609020000020004" pitchFamily="49" charset="0"/>
              <a:ea typeface="微软雅黑" panose="020B0503020204020204" pitchFamily="34" charset="-122"/>
              <a:cs typeface="Cascadia Mono" panose="020B0609020000020004" pitchFamily="49" charset="0"/>
            </a:endParaRPr>
          </a:p>
          <a:p>
            <a:r>
              <a:rPr lang="en-US" altLang="zh-CN" dirty="0" err="1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glad.c</a:t>
            </a:r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			GLAD</a:t>
            </a:r>
            <a:r>
              <a:rPr lang="zh-CN" altLang="en-US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配套文件</a:t>
            </a:r>
          </a:p>
        </p:txBody>
      </p:sp>
    </p:spTree>
    <p:extLst>
      <p:ext uri="{BB962C8B-B14F-4D97-AF65-F5344CB8AC3E}">
        <p14:creationId xmlns:p14="http://schemas.microsoft.com/office/powerpoint/2010/main" val="5559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0D701-0525-EC54-DAB9-AA6D760C7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CubeCraft.h</a:t>
            </a:r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scadia Mono" panose="020B0609020000020004" pitchFamily="49" charset="0"/>
              </a:rPr>
              <a:t>项目接口集成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901940-6CEE-6C81-0AC0-7A97F83A7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Init()</a:t>
            </a:r>
            <a:r>
              <a:rPr lang="zh-CN" altLang="en-US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初始化</a:t>
            </a:r>
            <a:endParaRPr lang="en-US" altLang="zh-CN" dirty="0">
              <a:latin typeface="Cascadia Mono" panose="020B0609020000020004" pitchFamily="49" charset="0"/>
              <a:ea typeface="微软雅黑" panose="020B0503020204020204" pitchFamily="34" charset="-122"/>
              <a:cs typeface="Cascadia Mono" panose="020B0609020000020004" pitchFamily="49" charset="0"/>
            </a:endParaRPr>
          </a:p>
          <a:p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Loop()</a:t>
            </a:r>
            <a:r>
              <a:rPr lang="zh-CN" altLang="en-US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循环逻辑</a:t>
            </a:r>
            <a:endParaRPr lang="en-US" altLang="zh-CN" dirty="0">
              <a:latin typeface="Cascadia Mono" panose="020B0609020000020004" pitchFamily="49" charset="0"/>
              <a:ea typeface="微软雅黑" panose="020B0503020204020204" pitchFamily="34" charset="-122"/>
              <a:cs typeface="Cascadia Mono" panose="020B0609020000020004" pitchFamily="49" charset="0"/>
            </a:endParaRPr>
          </a:p>
          <a:p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Quit()</a:t>
            </a:r>
            <a:r>
              <a:rPr lang="zh-CN" altLang="en-US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退出程序</a:t>
            </a:r>
          </a:p>
        </p:txBody>
      </p:sp>
    </p:spTree>
    <p:extLst>
      <p:ext uri="{BB962C8B-B14F-4D97-AF65-F5344CB8AC3E}">
        <p14:creationId xmlns:p14="http://schemas.microsoft.com/office/powerpoint/2010/main" val="457583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DC8D5E-674F-2C7B-B284-F145F2D96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Renderer/		</a:t>
            </a:r>
            <a:r>
              <a:rPr lang="zh-CN" altLang="en-US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渲染器相关</a:t>
            </a:r>
            <a:endParaRPr lang="en-US" altLang="zh-CN" dirty="0">
              <a:latin typeface="Cascadia Mono" panose="020B0609020000020004" pitchFamily="49" charset="0"/>
              <a:ea typeface="微软雅黑" panose="020B0503020204020204" pitchFamily="34" charset="-122"/>
              <a:cs typeface="Cascadia Mono" panose="020B06090200000200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5852A0-8C8B-6C2E-717B-10262A593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latin typeface="Cascadia Mono" panose="020B0609020000020004" pitchFamily="49" charset="0"/>
                <a:cs typeface="Cascadia Mono" panose="020B0609020000020004" pitchFamily="49" charset="0"/>
                <a:hlinkClick r:id="rId2" action="ppaction://hlinksldjump"/>
              </a:rPr>
              <a:t>Renderer.h</a:t>
            </a:r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  <a:hlinkClick r:id="rId2" action="ppaction://hlinksldjump"/>
              </a:rPr>
              <a:t>/.</a:t>
            </a:r>
            <a:r>
              <a:rPr lang="en-US" altLang="zh-CN" dirty="0" err="1">
                <a:latin typeface="Cascadia Mono" panose="020B0609020000020004" pitchFamily="49" charset="0"/>
                <a:cs typeface="Cascadia Mono" panose="020B0609020000020004" pitchFamily="49" charset="0"/>
                <a:hlinkClick r:id="rId2" action="ppaction://hlinksldjump"/>
              </a:rPr>
              <a:t>cpp</a:t>
            </a:r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  <a:hlinkClick r:id="rId2" action="ppaction://hlinksldjump"/>
              </a:rPr>
              <a:t>	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scadia Mono" panose="020B0609020000020004" pitchFamily="49" charset="0"/>
                <a:hlinkClick r:id="rId2" action="ppaction://hlinksldjump"/>
              </a:rPr>
              <a:t>渲染器的实现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72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8E6ED-6B55-DDAF-7149-1355B2768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Renderer.h</a:t>
            </a:r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/.</a:t>
            </a:r>
            <a:r>
              <a:rPr lang="en-US" altLang="zh-CN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cpp</a:t>
            </a:r>
            <a:endParaRPr lang="zh-CN" alt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CF8FBE-CCDA-F8C5-F918-1B4FC7216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class Renderer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scadia Mono" panose="020B0609020000020004" pitchFamily="49" charset="0"/>
              </a:rPr>
              <a:t>渲染器类</a:t>
            </a:r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(</a:t>
            </a:r>
            <a:r>
              <a:rPr lang="zh-CN" altLang="en-US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  <a:hlinkClick r:id="rId2" action="ppaction://hlinksldjump"/>
              </a:rPr>
              <a:t>类函数</a:t>
            </a:r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/</a:t>
            </a:r>
            <a:r>
              <a:rPr lang="zh-CN" altLang="en-US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  <a:hlinkClick r:id="rId3" action="ppaction://hlinksldjump"/>
              </a:rPr>
              <a:t>类变量</a:t>
            </a:r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scadia Mono" panose="020B0609020000020004" pitchFamily="49" charset="0"/>
            </a:endParaRPr>
          </a:p>
          <a:p>
            <a:r>
              <a:rPr lang="en-US" altLang="zh-CN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cubecraft</a:t>
            </a:r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::</a:t>
            </a:r>
            <a:r>
              <a:rPr lang="en-US" altLang="zh-CN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framebuffer_size_callback</a:t>
            </a:r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scadia Mono" panose="020B0609020000020004" pitchFamily="49" charset="0"/>
              </a:rPr>
              <a:t>窗体大小改变的回调函数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scadia Mono" panose="020B0609020000020004" pitchFamily="49" charset="0"/>
            </a:endParaRPr>
          </a:p>
          <a:p>
            <a:r>
              <a:rPr lang="en-US" altLang="zh-CN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cubecraft</a:t>
            </a:r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::</a:t>
            </a:r>
            <a:r>
              <a:rPr lang="en-US" altLang="zh-CN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processInput</a:t>
            </a:r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scadia Mono" panose="020B0609020000020004" pitchFamily="49" charset="0"/>
              </a:rPr>
              <a:t>输入回调函数</a:t>
            </a:r>
          </a:p>
        </p:txBody>
      </p:sp>
    </p:spTree>
    <p:extLst>
      <p:ext uri="{BB962C8B-B14F-4D97-AF65-F5344CB8AC3E}">
        <p14:creationId xmlns:p14="http://schemas.microsoft.com/office/powerpoint/2010/main" val="2825838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6E7D98-2380-E375-2637-93758932E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class Renderer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scadia Mono" panose="020B0609020000020004" pitchFamily="49" charset="0"/>
              </a:rPr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DAA5E0-BD04-1DA7-B71E-7C2B427E8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void Init()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scadia Mono" panose="020B0609020000020004" pitchFamily="49" charset="0"/>
              </a:rPr>
              <a:t>初始化渲染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scadia Mono" panose="020B0609020000020004" pitchFamily="49" charset="0"/>
            </a:endParaRPr>
          </a:p>
          <a:p>
            <a:pPr lvl="1"/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GLFW GLAD OpenGL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scadia Mono" panose="020B0609020000020004" pitchFamily="49" charset="0"/>
              </a:rPr>
              <a:t>的初始化，窗口的创建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scadia Mono" panose="020B0609020000020004" pitchFamily="49" charset="0"/>
            </a:endParaRPr>
          </a:p>
          <a:p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void Loop()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scadia Mono" panose="020B0609020000020004" pitchFamily="49" charset="0"/>
              </a:rPr>
              <a:t>渲染循环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scadia Mono" panose="020B0609020000020004" pitchFamily="49" charset="0"/>
            </a:endParaRPr>
          </a:p>
          <a:p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void Quit()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scadia Mono" panose="020B0609020000020004" pitchFamily="49" charset="0"/>
              </a:rPr>
              <a:t>退出渲染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scadia Mono" panose="020B0609020000020004" pitchFamily="49" charset="0"/>
            </a:endParaRPr>
          </a:p>
          <a:p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static Renderer* Instance()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scadia Mono" panose="020B0609020000020004" pitchFamily="49" charset="0"/>
              </a:rPr>
              <a:t>获取渲染器实例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scadia Mono" panose="020B0609020000020004" pitchFamily="49" charset="0"/>
            </a:endParaRPr>
          </a:p>
          <a:p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Renderer()</a:t>
            </a:r>
          </a:p>
          <a:p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~Renderer()</a:t>
            </a:r>
            <a:endParaRPr lang="zh-CN" altLang="en-US" dirty="0">
              <a:latin typeface="Cascadia Mono" panose="020B0609020000020004" pitchFamily="49" charset="0"/>
              <a:ea typeface="微软雅黑" panose="020B0503020204020204" pitchFamily="34" charset="-122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139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6E7D98-2380-E375-2637-93758932E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scadia Mono" panose="020B0609020000020004" pitchFamily="49" charset="0"/>
                <a:cs typeface="Cascadia Mono" panose="020B0609020000020004" pitchFamily="49" charset="0"/>
              </a:rPr>
              <a:t>class Renderer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scadia Mono" panose="020B0609020000020004" pitchFamily="49" charset="0"/>
              </a:rPr>
              <a:t>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DAA5E0-BD04-1DA7-B71E-7C2B427E8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static Renderer* </a:t>
            </a:r>
            <a:r>
              <a:rPr lang="en-US" altLang="zh-CN" dirty="0" err="1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p_Renderer</a:t>
            </a:r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 </a:t>
            </a:r>
            <a:r>
              <a:rPr lang="zh-CN" altLang="en-US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实例的指针</a:t>
            </a:r>
            <a:endParaRPr lang="en-US" altLang="zh-CN" dirty="0">
              <a:latin typeface="Cascadia Mono" panose="020B0609020000020004" pitchFamily="49" charset="0"/>
              <a:ea typeface="微软雅黑" panose="020B0503020204020204" pitchFamily="34" charset="-122"/>
              <a:cs typeface="Cascadia Mono" panose="020B0609020000020004" pitchFamily="49" charset="0"/>
            </a:endParaRPr>
          </a:p>
          <a:p>
            <a:r>
              <a:rPr lang="en-US" altLang="zh-CN" dirty="0" err="1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GLFWwindow</a:t>
            </a:r>
            <a:r>
              <a:rPr lang="en-US" altLang="zh-CN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* window </a:t>
            </a:r>
            <a:r>
              <a:rPr lang="zh-CN" altLang="en-US" dirty="0">
                <a:latin typeface="Cascadia Mono" panose="020B0609020000020004" pitchFamily="49" charset="0"/>
                <a:ea typeface="微软雅黑" panose="020B0503020204020204" pitchFamily="34" charset="-122"/>
                <a:cs typeface="Cascadia Mono" panose="020B0609020000020004" pitchFamily="49" charset="0"/>
              </a:rPr>
              <a:t>窗口的指针</a:t>
            </a:r>
          </a:p>
        </p:txBody>
      </p:sp>
    </p:spTree>
    <p:extLst>
      <p:ext uri="{BB962C8B-B14F-4D97-AF65-F5344CB8AC3E}">
        <p14:creationId xmlns:p14="http://schemas.microsoft.com/office/powerpoint/2010/main" val="116825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194</Words>
  <Application>Microsoft Office PowerPoint</Application>
  <PresentationFormat>宽屏</PresentationFormat>
  <Paragraphs>35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微软雅黑</vt:lpstr>
      <vt:lpstr>Arial</vt:lpstr>
      <vt:lpstr>Cascadia Mono</vt:lpstr>
      <vt:lpstr>Office 主题​​</vt:lpstr>
      <vt:lpstr>CubeCraft</vt:lpstr>
      <vt:lpstr>PowerPoint 演示文稿</vt:lpstr>
      <vt:lpstr>项目结构</vt:lpstr>
      <vt:lpstr>CubeCraft.h 项目接口集成</vt:lpstr>
      <vt:lpstr>Renderer/  渲染器相关</vt:lpstr>
      <vt:lpstr>Renderer.h/.cpp</vt:lpstr>
      <vt:lpstr>class Renderer函数</vt:lpstr>
      <vt:lpstr>class Renderer变量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CubeCraft</dc:title>
  <dc:creator>红梅 张</dc:creator>
  <cp:lastModifiedBy>红梅 张</cp:lastModifiedBy>
  <cp:revision>9</cp:revision>
  <dcterms:created xsi:type="dcterms:W3CDTF">2023-10-21T13:07:52Z</dcterms:created>
  <dcterms:modified xsi:type="dcterms:W3CDTF">2023-10-21T14:58:50Z</dcterms:modified>
</cp:coreProperties>
</file>